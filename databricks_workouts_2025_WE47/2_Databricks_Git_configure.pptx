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gzkQCl256qpaKq/lzlZbQX+wmE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" TargetMode="External"/><Relationship Id="rId4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hyperlink" Target="https://login.databricks.com/signup" TargetMode="External"/><Relationship Id="rId5" Type="http://schemas.openxmlformats.org/officeDocument/2006/relationships/hyperlink" Target="https://accounts.cloud.databricks.com/login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ounts.cloud.databricks.com/login" TargetMode="External"/><Relationship Id="rId4" Type="http://schemas.openxmlformats.org/officeDocument/2006/relationships/hyperlink" Target="https://github.com/" TargetMode="External"/><Relationship Id="rId5" Type="http://schemas.openxmlformats.org/officeDocument/2006/relationships/hyperlink" Target="https://github.com/apps/databricks" TargetMode="External"/><Relationship Id="rId6" Type="http://schemas.openxmlformats.org/officeDocument/2006/relationships/hyperlink" Target="https://github.com/apps/databricks" TargetMode="External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s://chatgpt.com/backend-api/estuary/content?id=file_000000003a0872098487e15e7ee9a17b&amp;ts=490072&amp;p=fs&amp;cid=1&amp;sig=64b33dd04f371fa312eb82139535a7ed5431ce64a0bbcde74f1ae278d6ab6cd9&amp;v=0" id="88" name="Google Shape;88;p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chatgpt.com/backend-api/estuary/content?id=file_000000003a0872098487e15e7ee9a17b&amp;ts=490072&amp;p=fs&amp;cid=1&amp;sig=64b33dd04f371fa312eb82139535a7ed5431ce64a0bbcde74f1ae278d6ab6cd9&amp;v=0" id="89" name="Google Shape;89;p1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267744" y="2780928"/>
            <a:ext cx="4661020" cy="143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 this Document we are going to see how to …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Setup Git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Setup Databricks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Databricks with Git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7101223" y="509155"/>
            <a:ext cx="1938175" cy="234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</a:pPr>
            <a:r>
              <a:rPr b="1" i="1" lang="en-US" sz="1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Intelligence digitalized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304" y="-1348"/>
            <a:ext cx="1524011" cy="60960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2267750" y="1740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Link: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s://chatgpt.com/backend-api/estuary/content?id=file_000000003a0872098487e15e7ee9a17b&amp;ts=490072&amp;p=fs&amp;cid=1&amp;sig=64b33dd04f371fa312eb82139535a7ed5431ce64a0bbcde74f1ae278d6ab6cd9&amp;v=0" id="98" name="Google Shape;98;p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chatgpt.com/backend-api/estuary/content?id=file_000000003a0872098487e15e7ee9a17b&amp;ts=490072&amp;p=fs&amp;cid=1&amp;sig=64b33dd04f371fa312eb82139535a7ed5431ce64a0bbcde74f1ae278d6ab6cd9&amp;v=0" id="99" name="Google Shape;99;p2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moham\Downloads\git.png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760" y="476672"/>
            <a:ext cx="4136478" cy="620471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128800" y="35332"/>
            <a:ext cx="39158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Github Account Creation – Free forever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>
            <p:ph idx="1" type="subTitle"/>
          </p:nvPr>
        </p:nvSpPr>
        <p:spPr>
          <a:xfrm>
            <a:off x="7101223" y="509155"/>
            <a:ext cx="1938175" cy="234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</a:pPr>
            <a:r>
              <a:rPr b="1" i="1" lang="en-US" sz="1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Intelligence digitalized</a:t>
            </a:r>
            <a:endParaRPr/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8304" y="-1348"/>
            <a:ext cx="1524011" cy="609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17670" y="-27384"/>
            <a:ext cx="4338306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Github Account Creation Steps:</a:t>
            </a:r>
            <a:endParaRPr b="1"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the code repo and version control system</a:t>
            </a:r>
            <a:endParaRPr b="1"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gmail account or use yours.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Signup for an account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(continue with Google)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repository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repository name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some description 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license Apache License 2.0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Add your first sample code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Commit ur first code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Clone (download/pull) your code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4618" y="404664"/>
            <a:ext cx="5219382" cy="739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>
            <a:off x="4842030" y="154507"/>
            <a:ext cx="290846" cy="387795"/>
          </a:xfrm>
          <a:prstGeom prst="heptagon">
            <a:avLst>
              <a:gd fmla="val 102572" name="hf"/>
              <a:gd fmla="val 105210" name="vf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3"/>
          <p:cNvGrpSpPr/>
          <p:nvPr/>
        </p:nvGrpSpPr>
        <p:grpSpPr>
          <a:xfrm>
            <a:off x="46109" y="3999790"/>
            <a:ext cx="2412206" cy="2672839"/>
            <a:chOff x="2207568" y="4049008"/>
            <a:chExt cx="3216275" cy="2672839"/>
          </a:xfrm>
        </p:grpSpPr>
        <p:pic>
          <p:nvPicPr>
            <p:cNvPr id="112" name="Google Shape;112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07568" y="4077072"/>
              <a:ext cx="3216275" cy="2644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3"/>
            <p:cNvSpPr/>
            <p:nvPr/>
          </p:nvSpPr>
          <p:spPr>
            <a:xfrm>
              <a:off x="4674385" y="4049008"/>
              <a:ext cx="387795" cy="387795"/>
            </a:xfrm>
            <a:prstGeom prst="heptagon">
              <a:avLst>
                <a:gd fmla="val 102572" name="hf"/>
                <a:gd fmla="val 105210" name="vf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3"/>
          <p:cNvGrpSpPr/>
          <p:nvPr/>
        </p:nvGrpSpPr>
        <p:grpSpPr>
          <a:xfrm>
            <a:off x="2377495" y="3604079"/>
            <a:ext cx="2256968" cy="3057986"/>
            <a:chOff x="3025566" y="2309391"/>
            <a:chExt cx="3641242" cy="3700163"/>
          </a:xfrm>
        </p:grpSpPr>
        <p:pic>
          <p:nvPicPr>
            <p:cNvPr id="115" name="Google Shape;11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24347" y="2568521"/>
              <a:ext cx="3342461" cy="34410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3"/>
            <p:cNvSpPr/>
            <p:nvPr/>
          </p:nvSpPr>
          <p:spPr>
            <a:xfrm>
              <a:off x="3025566" y="2309391"/>
              <a:ext cx="387795" cy="387795"/>
            </a:xfrm>
            <a:prstGeom prst="heptagon">
              <a:avLst>
                <a:gd fmla="val 102572" name="hf"/>
                <a:gd fmla="val 105210" name="vf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4558486" y="1268540"/>
            <a:ext cx="2577119" cy="2335539"/>
            <a:chOff x="6627656" y="1198637"/>
            <a:chExt cx="3436159" cy="2335539"/>
          </a:xfrm>
        </p:grpSpPr>
        <p:pic>
          <p:nvPicPr>
            <p:cNvPr id="118" name="Google Shape;118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21554" y="1472400"/>
              <a:ext cx="3242261" cy="2061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3"/>
            <p:cNvSpPr/>
            <p:nvPr/>
          </p:nvSpPr>
          <p:spPr>
            <a:xfrm>
              <a:off x="6627656" y="1198637"/>
              <a:ext cx="387795" cy="387795"/>
            </a:xfrm>
            <a:prstGeom prst="heptagon">
              <a:avLst>
                <a:gd fmla="val 102572" name="hf"/>
                <a:gd fmla="val 105210" name="vf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3"/>
          <p:cNvGrpSpPr/>
          <p:nvPr/>
        </p:nvGrpSpPr>
        <p:grpSpPr>
          <a:xfrm>
            <a:off x="4703097" y="3847432"/>
            <a:ext cx="2212505" cy="2659425"/>
            <a:chOff x="6649660" y="3807109"/>
            <a:chExt cx="2950007" cy="2659425"/>
          </a:xfrm>
        </p:grpSpPr>
        <p:sp>
          <p:nvSpPr>
            <p:cNvPr id="121" name="Google Shape;121;p3"/>
            <p:cNvSpPr/>
            <p:nvPr/>
          </p:nvSpPr>
          <p:spPr>
            <a:xfrm>
              <a:off x="6649660" y="3825178"/>
              <a:ext cx="387795" cy="387795"/>
            </a:xfrm>
            <a:prstGeom prst="heptagon">
              <a:avLst>
                <a:gd fmla="val 102572" name="hf"/>
                <a:gd fmla="val 105210" name="vf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2" name="Google Shape;122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961720" y="3807109"/>
              <a:ext cx="2637947" cy="26594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3" name="Google Shape;123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92413" y="3998444"/>
            <a:ext cx="2069342" cy="175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/>
          <p:nvPr/>
        </p:nvSpPr>
        <p:spPr>
          <a:xfrm>
            <a:off x="6992413" y="3621576"/>
            <a:ext cx="290846" cy="387795"/>
          </a:xfrm>
          <a:prstGeom prst="heptagon">
            <a:avLst>
              <a:gd fmla="val 102572" name="hf"/>
              <a:gd fmla="val 105210" name="vf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s://chatgpt.com/backend-api/estuary/content?id=file_000000003a0872098487e15e7ee9a17b&amp;ts=490072&amp;p=fs&amp;cid=1&amp;sig=64b33dd04f371fa312eb82139535a7ed5431ce64a0bbcde74f1ae278d6ab6cd9&amp;v=0" id="129" name="Google Shape;129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chatgpt.com/backend-api/estuary/content?id=file_000000003a0872098487e15e7ee9a17b&amp;ts=490072&amp;p=fs&amp;cid=1&amp;sig=64b33dd04f371fa312eb82139535a7ed5431ce64a0bbcde74f1ae278d6ab6cd9&amp;v=0" id="130" name="Google Shape;130;p4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28800" y="35332"/>
            <a:ext cx="4361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Databricks Account Creation – Free forever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>
            <p:ph idx="1" type="subTitle"/>
          </p:nvPr>
        </p:nvSpPr>
        <p:spPr>
          <a:xfrm>
            <a:off x="7101223" y="509155"/>
            <a:ext cx="1938175" cy="234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</a:pPr>
            <a:r>
              <a:rPr b="1" i="1" lang="en-US" sz="1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Intelligence digitalized</a:t>
            </a:r>
            <a:endParaRPr/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304" y="-1348"/>
            <a:ext cx="1524011" cy="60960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30832" y="324299"/>
            <a:ext cx="4986378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gmail account or use yours.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  </a:t>
            </a: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https://login.databricks.com/signup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Signup for an account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(continue with Google)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For personal use - “Get Free Edition”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 Workspace -&gt; Create a notebook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Going forward login to </a:t>
            </a: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https://accounts.cloud.databricks.com/login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5307" y="948343"/>
            <a:ext cx="3029489" cy="174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52412" y="2780928"/>
            <a:ext cx="3195277" cy="367593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/>
          <p:nvPr/>
        </p:nvSpPr>
        <p:spPr>
          <a:xfrm>
            <a:off x="5652120" y="4077072"/>
            <a:ext cx="2418189" cy="28803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31394" y="4197366"/>
            <a:ext cx="3455549" cy="251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3159168" y="5949280"/>
            <a:ext cx="1556848" cy="28803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128800" y="548680"/>
            <a:ext cx="7920880" cy="572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Link Databricks with your Github account?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 Link GitHub in Databricks</a:t>
            </a:r>
            <a:endParaRPr b="1" sz="1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Open your Databricks workspace (portal) </a:t>
            </a:r>
            <a:r>
              <a:rPr b="1" lang="en-US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https://accounts.cloud.databricks.com/login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Click your user profile icon (top right).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Select Settings.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Go to Settings -&gt; Linked Accounts.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Click the button "Add Git credential"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There are 2 options. Link Git Account &amp; Using personal access token you created in GitHub.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on the </a:t>
            </a:r>
            <a:r>
              <a:rPr b="1"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Git Account -&gt; Authorize Databricks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-&gt; Configure in Github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Create New Repository (ignore if already done)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 the webssite </a:t>
            </a:r>
            <a:r>
              <a:rPr lang="en-US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and login into your account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New Repository by selecting README.md file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Install the github databricks app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Open the github app in the </a:t>
            </a:r>
            <a:r>
              <a:rPr lang="en-US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https://github.com/apps/databricks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Click install/configure button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Enter the password to verify the account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Choose "Only select repositories" and add the new created repo then save it -&gt;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4: Creating Git Repo in databricks</a:t>
            </a:r>
            <a:endParaRPr b="1" sz="1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Goto databricks account </a:t>
            </a:r>
            <a:r>
              <a:rPr lang="en-US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https://github.com/apps/databricks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Under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workspace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right click then create -&gt;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Folder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It will popup a window that ask the url.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the newly created github http url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paste into the 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databricks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git repo url and give the repo name -&gt; create git folder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Done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28800" y="35332"/>
            <a:ext cx="64025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Databricks – Github integration for Collaboration &amp; Code Commit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ricks: Part 06- Integration between GitHub and Databricks | by Sanjeeb  Mohapatra | Medium" id="146" name="Google Shape;14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80112" y="741948"/>
            <a:ext cx="3304174" cy="156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2025-11-27T16:19:22Z</dcterms:created>
  <dc:creator>mohamed irfan</dc:creator>
</cp:coreProperties>
</file>